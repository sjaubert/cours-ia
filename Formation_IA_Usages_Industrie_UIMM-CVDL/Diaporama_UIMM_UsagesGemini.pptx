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IA appliquée à l’industrie — Cas d’usage pratiques avec Gemini CLI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Journée de 7 heures — Automatisation, rédaction technique, rapports, MCP</a:t>
            </a:r>
          </a:p>
          <a:p>
            <a:r>
              <a:t>Pôle Formation UIMM Centre-Val de Loire</a:t>
            </a:r>
          </a:p>
          <a:p>
            <a:r>
              <a:t>Formateur : S. JAUBERT</a:t>
            </a:r>
          </a:p>
          <a:p>
            <a:r>
              <a:t>25/10/2025</a:t>
            </a:r>
          </a:p>
        </p:txBody>
      </p:sp>
      <p:pic>
        <p:nvPicPr>
          <p:cNvPr id="4" name="Picture 3" descr="logo_uimm_placehol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1097280" cy="11713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Gemini CLI — Installation (Windows &amp; macOS)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npm install -g @google/gemini-cli</a:t>
            </a:r>
          </a:p>
          <a:p>
            <a:pPr/>
            <a:r>
              <a:t>gemini --version</a:t>
            </a:r>
          </a:p>
          <a:p>
            <a:pPr/>
            <a:r>
              <a:t>npm update / npm uninstall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Activité 1 — Organisation documentaire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Trier PDF par mois</a:t>
            </a:r>
          </a:p>
          <a:p>
            <a:pPr/>
            <a:r>
              <a:t>Créer sous-dossiers</a:t>
            </a:r>
          </a:p>
          <a:p>
            <a:pPr/>
            <a:r>
              <a:t>Contrôler exceptions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Activité 2 — Rapports 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Charger maintenance_logs.csv</a:t>
            </a:r>
          </a:p>
          <a:p>
            <a:pPr/>
            <a:r>
              <a:t>Indicateurs clés</a:t>
            </a:r>
          </a:p>
          <a:p>
            <a:pPr/>
            <a:r>
              <a:t>Recommandations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Activité 4 — Vérifier un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Analyser erreurs</a:t>
            </a:r>
          </a:p>
          <a:p>
            <a:pPr/>
            <a:r>
              <a:t>Proposer version robuste</a:t>
            </a:r>
          </a:p>
          <a:p>
            <a:pPr/>
            <a:r>
              <a:t>Comparer avant/après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Bonus — Serveurs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playwright, firebase, github…</a:t>
            </a:r>
          </a:p>
          <a:p>
            <a:pPr/>
            <a:r>
              <a:t>Sécuriser les clés</a:t>
            </a:r>
          </a:p>
          <a:p>
            <a:pPr/>
            <a:r>
              <a:t>Commencer simple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