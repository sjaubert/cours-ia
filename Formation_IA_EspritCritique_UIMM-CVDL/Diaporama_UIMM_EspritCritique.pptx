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Penser avec (et contre) l’IA — L’IA comme épreuve de la pensée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Journée de 7 heures — Version enrichie (biais, éthique et esprit critique)</a:t>
            </a:r>
          </a:p>
          <a:p>
            <a:r>
              <a:t>Pôle Formation UIMM Centre-Val de Loire</a:t>
            </a:r>
          </a:p>
          <a:p>
            <a:r>
              <a:t>Formateur : S. JAUBERT</a:t>
            </a:r>
          </a:p>
          <a:p>
            <a:r>
              <a:t>25/10/2025</a:t>
            </a:r>
          </a:p>
        </p:txBody>
      </p:sp>
      <p:pic>
        <p:nvPicPr>
          <p:cNvPr id="4" name="Picture 3" descr="logo_uimm_placeh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171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journée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Comprendre les biais &amp; limites des IA</a:t>
            </a:r>
          </a:p>
          <a:p>
            <a:pPr/>
            <a:r>
              <a:t>Apprendre à questionner et vérifier</a:t>
            </a:r>
          </a:p>
          <a:p>
            <a:pPr/>
            <a:r>
              <a:t>Construire une posture d’autonomie intellectuelle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Illusion de la vérité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Texte IA convaincant mais faux</a:t>
            </a:r>
          </a:p>
          <a:p>
            <a:pPr/>
            <a:r>
              <a:t>Vérification par groupes</a:t>
            </a:r>
          </a:p>
          <a:p>
            <a:pPr/>
            <a:r>
              <a:t>Sources &amp; contre-exemples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Biais de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Deux thèses opposées</a:t>
            </a:r>
          </a:p>
          <a:p>
            <a:pPr/>
            <a:r>
              <a:t>IA peut “avoir raison” des deux côtés</a:t>
            </a:r>
          </a:p>
          <a:p>
            <a:pPr/>
            <a:r>
              <a:t>Formuler des prompts neutres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Délibérer avec l’IA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Conseil ≠ décision</a:t>
            </a:r>
          </a:p>
          <a:p>
            <a:pPr/>
            <a:r>
              <a:t>Critères éthiques et légaux</a:t>
            </a:r>
          </a:p>
          <a:p>
            <a:pPr/>
            <a:r>
              <a:t>Traçabilité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L’IA exige plus d’esprit critique</a:t>
            </a:r>
          </a:p>
          <a:p>
            <a:pPr/>
            <a:r>
              <a:t>Bibliothèque intérieure</a:t>
            </a:r>
          </a:p>
          <a:p>
            <a:pPr/>
            <a:r>
              <a:t>Plan d’action personnel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